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12C32-DB7B-4DB4-B36C-ACFF48A13BE7}" v="1" dt="2026-04-17T16:46:27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8167"/>
            <a:ext cx="3625552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943" y="991261"/>
            <a:ext cx="4316022" cy="18373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Unified Threat Management Cloud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7809" y="2979336"/>
            <a:ext cx="4282290" cy="2430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Design and Implementation of an Edge-Fog-Cloud Architecture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2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Presented by: Anurag Khanapurkar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Lecturer: Prof. </a:t>
            </a:r>
            <a:r>
              <a:rPr lang="en-IE" sz="1700" dirty="0">
                <a:solidFill>
                  <a:schemeClr val="tx2"/>
                </a:solidFill>
              </a:rPr>
              <a:t>Giovani Estrada</a:t>
            </a:r>
            <a:endParaRPr lang="en-US" sz="1700" dirty="0">
              <a:solidFill>
                <a:schemeClr val="tx2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MSc Cloud Computing, National College of Ireland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2" y="0"/>
            <a:ext cx="4235228" cy="6483075"/>
            <a:chOff x="-19221" y="0"/>
            <a:chExt cx="5646974" cy="6483075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053641"/>
            <a:ext cx="2751870" cy="2760098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The Limitations of Cloud-Direct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IN" sz="1600" dirty="0">
                <a:solidFill>
                  <a:schemeClr val="tx2"/>
                </a:solidFill>
              </a:rPr>
              <a:t>Modern perimeter security relies on high-bandwidth multi-sensor arrays.</a:t>
            </a:r>
          </a:p>
          <a:p>
            <a:r>
              <a:rPr lang="en-IN" sz="1600" dirty="0">
                <a:solidFill>
                  <a:schemeClr val="tx2"/>
                </a:solidFill>
              </a:rPr>
              <a:t>Transmitting raw telemetry directly to the cloud introduces critical flaws:</a:t>
            </a:r>
          </a:p>
          <a:p>
            <a:r>
              <a:rPr lang="en-IN" sz="1600" dirty="0">
                <a:solidFill>
                  <a:schemeClr val="tx2"/>
                </a:solidFill>
              </a:rPr>
              <a:t>  • High Ingestion Latency: Unacceptable for mission-critical physical security.</a:t>
            </a:r>
          </a:p>
          <a:p>
            <a:r>
              <a:rPr lang="en-IN" sz="1600" dirty="0">
                <a:solidFill>
                  <a:schemeClr val="tx2"/>
                </a:solidFill>
              </a:rPr>
              <a:t>  • Bandwidth Consumption: Continuous streaming incurs prohibitive egress costs.</a:t>
            </a:r>
          </a:p>
          <a:p>
            <a:r>
              <a:rPr lang="en-IN" sz="1600" dirty="0">
                <a:solidFill>
                  <a:schemeClr val="tx2"/>
                </a:solidFill>
              </a:rPr>
              <a:t>  • Single Point of Failure: WAN outages completely blind the security apparatus.</a:t>
            </a:r>
          </a:p>
          <a:p>
            <a:r>
              <a:rPr lang="en-IN" sz="1600" dirty="0">
                <a:solidFill>
                  <a:schemeClr val="tx2"/>
                </a:solidFill>
              </a:rPr>
              <a:t>  • Database Bloat: Storing harmless environmental noise degrades analytical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Edge-Fog-Cloud Paradigm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609" y="1032987"/>
            <a:ext cx="3689331" cy="4792027"/>
          </a:xfrm>
        </p:spPr>
        <p:txBody>
          <a:bodyPr anchor="ctr">
            <a:normAutofit/>
          </a:bodyPr>
          <a:lstStyle/>
          <a:p>
            <a:r>
              <a:rPr lang="en-IN" sz="1700" dirty="0">
                <a:solidFill>
                  <a:schemeClr val="tx2"/>
                </a:solidFill>
              </a:rPr>
              <a:t>A decoupled, three-tier architecture to process threats locally and visualize them globally.</a:t>
            </a:r>
          </a:p>
          <a:p>
            <a:r>
              <a:rPr lang="en-IN" sz="1700" dirty="0">
                <a:solidFill>
                  <a:schemeClr val="tx2"/>
                </a:solidFill>
              </a:rPr>
              <a:t>1. Edge Tier (Sensors): Generates raw UDP telemetry (RF, Acoustic, Seismic, Thermal).</a:t>
            </a:r>
          </a:p>
          <a:p>
            <a:r>
              <a:rPr lang="en-IN" sz="1700" dirty="0">
                <a:solidFill>
                  <a:schemeClr val="tx2"/>
                </a:solidFill>
              </a:rPr>
              <a:t>2. Fog Tier (Local Brain): Executes mathematical threshold filtering at the network edge.</a:t>
            </a:r>
          </a:p>
          <a:p>
            <a:r>
              <a:rPr lang="en-IN" sz="1700" dirty="0">
                <a:solidFill>
                  <a:schemeClr val="tx2"/>
                </a:solidFill>
              </a:rPr>
              <a:t>3. Cloud Tier (AWS IoT &amp; Django): Handles secure ingestion, routing, and persistent storage.</a:t>
            </a:r>
          </a:p>
          <a:p>
            <a:r>
              <a:rPr lang="en-IN" sz="1700" dirty="0">
                <a:solidFill>
                  <a:schemeClr val="tx2"/>
                </a:solidFill>
              </a:rPr>
              <a:t>Objective: Transmit only actionable threats to the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Fog Node: Multi-Sensor Threat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Evaluates incoming sensor data by calculating a localized Threat Score.</a:t>
            </a:r>
          </a:p>
          <a:p>
            <a:r>
              <a:rPr lang="en-US" sz="1600" dirty="0">
                <a:solidFill>
                  <a:schemeClr val="tx2"/>
                </a:solidFill>
              </a:rPr>
              <a:t>Assesses multiple variables simultaneously to prevent false positives. example: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• Drone Breach: High RF (&gt; -60 dBm), High Pitch (&gt; 2000 Hz), Low Mass (&lt; 10 kg).</a:t>
            </a:r>
          </a:p>
          <a:p>
            <a:r>
              <a:rPr lang="en-US" sz="1600" dirty="0">
                <a:solidFill>
                  <a:schemeClr val="tx2"/>
                </a:solidFill>
              </a:rPr>
              <a:t>  • Vehicle Approach: High Seismic (&gt; 1.5 g), Massive Thermal (&gt; 1000 kg).</a:t>
            </a:r>
          </a:p>
          <a:p>
            <a:r>
              <a:rPr lang="en-US" sz="1600" dirty="0">
                <a:solidFill>
                  <a:schemeClr val="tx2"/>
                </a:solidFill>
              </a:rPr>
              <a:t>Threshold Logic: If the Threat Score exceeds the limit, a cloud payload is generated.</a:t>
            </a:r>
          </a:p>
          <a:p>
            <a:r>
              <a:rPr lang="en-US" sz="1600" dirty="0">
                <a:solidFill>
                  <a:schemeClr val="tx2"/>
                </a:solidFill>
              </a:rPr>
              <a:t>If below the limit, the data is classified as background noise and raw telemetry is discarded.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The Aggregated Metric Heartbeat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609" y="1032987"/>
            <a:ext cx="3689331" cy="47920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Challenge: How does the cloud know edge filtering is working if the data is discarded?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Solution: The Aggregated Metric Heartbeat pattern.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  • The Fog Node increments a local tally counter for every discarded false alarm.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  • Every 60 seconds, it transmits a single, lightweight 'heartbeat' JSON payload.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  • The Django backend logs this metric to a dedicated database table.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chemeClr val="tx2"/>
                </a:solidFill>
              </a:rPr>
              <a:t>Result: Preserves exact system observability without suffering bandwidth penalties or database bloat.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8D8CEA-91AF-6F1C-831C-81F5C783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6BABB2B-7F98-3F04-70DD-CCE59AE51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925E88-F3FE-44EC-FAFD-47E7EAB02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1789F3-FD2A-8D49-0D17-54A894E1D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A17CC1B-DD9A-E290-2CB7-3B7F76A7B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D155F26-23DD-2C4A-523C-3309138A7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EBBFBAB-39A4-F8B6-4B64-95038C30E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382ED7D-35CD-8119-2946-28A0E6ED9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19" y="1417638"/>
            <a:ext cx="8902532" cy="40460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4FD34FA-6F31-315B-F085-80586AAC4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023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chemeClr val="tx2"/>
                </a:solidFill>
              </a:rPr>
              <a:t>Cloud Dashboard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n-IN" sz="1600" dirty="0">
                <a:solidFill>
                  <a:schemeClr val="tx2"/>
                </a:solidFill>
              </a:rPr>
              <a:t>Backend: Django web application hosted on an AWS Elastic Beanstalk Auto Scaling Group.</a:t>
            </a:r>
          </a:p>
          <a:p>
            <a:r>
              <a:rPr lang="en-IN" sz="1600" dirty="0">
                <a:solidFill>
                  <a:schemeClr val="tx2"/>
                </a:solidFill>
              </a:rPr>
              <a:t>Database: Amazon RDS (PostgreSQL) optimized for relational telemetry data.</a:t>
            </a:r>
          </a:p>
          <a:p>
            <a:r>
              <a:rPr lang="en-IN" sz="1600" dirty="0">
                <a:solidFill>
                  <a:schemeClr val="tx2"/>
                </a:solidFill>
              </a:rPr>
              <a:t>Security: Protected by Cloudflare's Strict SSL reverse proxy to mitigate DDoS and manage DNS.</a:t>
            </a:r>
          </a:p>
          <a:p>
            <a:r>
              <a:rPr lang="en-IN" sz="1600" dirty="0">
                <a:solidFill>
                  <a:schemeClr val="tx2"/>
                </a:solidFill>
              </a:rPr>
              <a:t>CI/CD: Fully automated deployment pipeline utilizing GitHub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243013"/>
            <a:ext cx="2891790" cy="4371974"/>
          </a:xfrm>
        </p:spPr>
        <p:txBody>
          <a:bodyPr>
            <a:normAutofit/>
          </a:bodyPr>
          <a:lstStyle/>
          <a:p>
            <a:r>
              <a:rPr lang="en-IN" sz="2900">
                <a:solidFill>
                  <a:schemeClr val="tx2"/>
                </a:solidFill>
              </a:rPr>
              <a:t>Reflections &amp; Future Implementations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73011" y="5285"/>
            <a:ext cx="5470989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609" y="1032987"/>
            <a:ext cx="3689331" cy="4792027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2"/>
                </a:solidFill>
              </a:rPr>
              <a:t>Successfully validated the Edge-Fog-Cloud architecture for physical security environments.</a:t>
            </a:r>
          </a:p>
          <a:p>
            <a:r>
              <a:rPr lang="en-US" sz="1700">
                <a:solidFill>
                  <a:schemeClr val="tx2"/>
                </a:solidFill>
              </a:rPr>
              <a:t>Achieved substantial bandwidth reduction while maintaining UI responsiveness and data integrity.</a:t>
            </a:r>
          </a:p>
          <a:p>
            <a:r>
              <a:rPr lang="en-US" sz="1700">
                <a:solidFill>
                  <a:schemeClr val="tx2"/>
                </a:solidFill>
              </a:rPr>
              <a:t>Future Work: Transitioning from static mathematical thresholds to Edge ML.</a:t>
            </a:r>
          </a:p>
          <a:p>
            <a:r>
              <a:rPr lang="en-US" sz="1700">
                <a:solidFill>
                  <a:schemeClr val="tx2"/>
                </a:solidFill>
              </a:rPr>
              <a:t>  • Deploying a lightweight Random Forest classifier directly onto the Fog Node.</a:t>
            </a:r>
          </a:p>
          <a:p>
            <a:r>
              <a:rPr lang="en-US" sz="1700">
                <a:solidFill>
                  <a:schemeClr val="tx2"/>
                </a:solidFill>
              </a:rPr>
              <a:t>  • Dynamic anomaly detection based on localized, site-specific calibration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65</TotalTime>
  <Words>511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Unified Threat Management Cloud Dashboard</vt:lpstr>
      <vt:lpstr>The Limitations of Cloud-Direct IoT</vt:lpstr>
      <vt:lpstr>Edge-Fog-Cloud Paradigm</vt:lpstr>
      <vt:lpstr>Fog Node: Multi-Sensor Threat Classification</vt:lpstr>
      <vt:lpstr>The Aggregated Metric Heartbeat</vt:lpstr>
      <vt:lpstr>Architecture</vt:lpstr>
      <vt:lpstr>Cloud Dashboard &amp; Automation</vt:lpstr>
      <vt:lpstr>Reflections &amp; Future Implementations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Anurag K</dc:creator>
  <cp:keywords/>
  <dc:description/>
  <cp:lastModifiedBy>Anurag Khanapurkar</cp:lastModifiedBy>
  <cp:revision>6</cp:revision>
  <dcterms:created xsi:type="dcterms:W3CDTF">2013-01-27T09:14:16Z</dcterms:created>
  <dcterms:modified xsi:type="dcterms:W3CDTF">2026-04-17T16:46:37Z</dcterms:modified>
  <cp:category/>
</cp:coreProperties>
</file>